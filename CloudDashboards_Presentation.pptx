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282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08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366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523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623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022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673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787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629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2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54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829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 Weather Fleet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Cloud Computing and Business Project • Feb 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Problem &amp; goals</a:t>
            </a:r>
          </a:p>
          <a:p>
            <a:r>
              <a:rPr dirty="0"/>
              <a:t>Solution overview</a:t>
            </a:r>
          </a:p>
          <a:p>
            <a:r>
              <a:rPr dirty="0"/>
              <a:t>Architecture &amp; data flow</a:t>
            </a:r>
          </a:p>
          <a:p>
            <a:r>
              <a:rPr dirty="0"/>
              <a:t>Key features and analytics</a:t>
            </a:r>
          </a:p>
          <a:p>
            <a:r>
              <a:rPr dirty="0"/>
              <a:t>Tech stack</a:t>
            </a:r>
          </a:p>
          <a:p>
            <a:r>
              <a:rPr dirty="0"/>
              <a:t>Team contributions</a:t>
            </a:r>
          </a:p>
          <a:p>
            <a:r>
              <a:rPr dirty="0"/>
              <a:t>Future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Private plane owners need a dashboard to analyze the weather to understand if it is safe to fly</a:t>
            </a:r>
          </a:p>
          <a:p>
            <a:r>
              <a:rPr lang="en-US" dirty="0"/>
              <a:t>They don’t have dedicated team to implement these dashboards and exiting solutions cost thousands</a:t>
            </a:r>
          </a:p>
          <a:p>
            <a:endParaRPr lang="en-US" dirty="0"/>
          </a:p>
          <a:p>
            <a:endParaRPr dirty="0"/>
          </a:p>
          <a:p>
            <a:r>
              <a:rPr dirty="0"/>
              <a:t>Reduce operational risk with consistent, data-driven decisions</a:t>
            </a:r>
          </a:p>
          <a:p>
            <a:r>
              <a:rPr dirty="0"/>
              <a:t>Provide fast insights: KPIs, trends, comparisons, and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Full‑stack web app for fleet weather analytics and risk monitoring</a:t>
            </a:r>
          </a:p>
          <a:p>
            <a:r>
              <a:t>Ingests live weather data and stores hourly samples</a:t>
            </a:r>
          </a:p>
          <a:p>
            <a:r>
              <a:t>Generates daily aggregates and risk scores</a:t>
            </a:r>
          </a:p>
          <a:p>
            <a:r>
              <a:t>Interactive dashboards for overview, comparison, and live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Weather provider → Ingestion API → Prisma/SQLite</a:t>
            </a:r>
          </a:p>
          <a:p>
            <a:r>
              <a:t>Analytics APIs compute KPIs, trends, and comparisons</a:t>
            </a:r>
          </a:p>
          <a:p>
            <a:r>
              <a:t>Next.js App Router renders dashboards with charts</a:t>
            </a:r>
          </a:p>
          <a:p>
            <a:r>
              <a:t>Live endpoint serves latest conditions with severe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Multi‑location monitoring with timezones</a:t>
            </a:r>
          </a:p>
          <a:p>
            <a:r>
              <a:t>Risk scoring based on temperature, wind, precipitation, visibility</a:t>
            </a:r>
          </a:p>
          <a:p>
            <a:r>
              <a:t>Historical trend analysis and severe event tracking</a:t>
            </a:r>
          </a:p>
          <a:p>
            <a:r>
              <a:t>Location comparison with sortable metrics</a:t>
            </a:r>
          </a:p>
          <a:p>
            <a:r>
              <a:t>Real‑time dashboard with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Location: coordinates, timezone, type</a:t>
            </a:r>
          </a:p>
          <a:p>
            <a:r>
              <a:t>WeatherSample: hourly observations</a:t>
            </a:r>
          </a:p>
          <a:p>
            <a:r>
              <a:t>DailyAggregate: daily rollups + risk score</a:t>
            </a:r>
          </a:p>
          <a:p>
            <a:r>
              <a:t>FetchLog: ingestion audit trail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/api/analytics/overview?hours=24 — KPI window metrics</a:t>
            </a:r>
          </a:p>
          <a:p>
            <a:r>
              <a:t>GET /api/analytics/trends?days=7 — per‑day aggregates</a:t>
            </a:r>
          </a:p>
          <a:p>
            <a:r>
              <a:t>GET /api/analytics/comparison?days=3 — cross‑location summary</a:t>
            </a:r>
          </a:p>
          <a:p>
            <a:r>
              <a:t>GET /api/live?hours=6 — latest per location with severity flags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Overview: KPIs, trend charts, condition mix, severe events</a:t>
            </a:r>
          </a:p>
          <a:p>
            <a:r>
              <a:t>Comparison: bar chart + table across locations</a:t>
            </a:r>
          </a:p>
          <a:p>
            <a:r>
              <a:t>Live Monitor: auto‑refresh latest observations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Next.js 16 (App Router), React 19, TypeScript</a:t>
            </a:r>
          </a:p>
          <a:p>
            <a:r>
              <a:t>Tailwind CSS 4, shadcn/ui, Recharts</a:t>
            </a:r>
          </a:p>
          <a:p>
            <a:r>
              <a:t>Node.js API routes, Prisma ORM, SQLite</a:t>
            </a:r>
          </a:p>
          <a:p>
            <a:r>
              <a:t>Zod validation, ESLint, ts-node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Kedi </a:t>
            </a:r>
            <a:r>
              <a:rPr lang="en-US" dirty="0" err="1"/>
              <a:t>Kalaj</a:t>
            </a:r>
            <a:r>
              <a:rPr dirty="0"/>
              <a:t>— Project lead, planning, coordination</a:t>
            </a:r>
            <a:r>
              <a:rPr lang="en-US" dirty="0"/>
              <a:t>, presentation</a:t>
            </a:r>
          </a:p>
          <a:p>
            <a:r>
              <a:rPr lang="en-US" dirty="0"/>
              <a:t>Sead Bajrami</a:t>
            </a:r>
            <a:r>
              <a:rPr dirty="0"/>
              <a:t>— Backend &amp; analytics API routes</a:t>
            </a:r>
          </a:p>
          <a:p>
            <a:r>
              <a:rPr lang="en-US" dirty="0" err="1"/>
              <a:t>Fabjon</a:t>
            </a:r>
            <a:r>
              <a:rPr lang="en-US" dirty="0"/>
              <a:t> </a:t>
            </a:r>
            <a:r>
              <a:rPr lang="de-DE" b="0" i="0" dirty="0">
                <a:solidFill>
                  <a:srgbClr val="3C4043"/>
                </a:solidFill>
                <a:effectLst/>
                <a:latin typeface="Google Sans"/>
              </a:rPr>
              <a:t>Çela</a:t>
            </a:r>
            <a:r>
              <a:rPr dirty="0"/>
              <a:t>— Frontend UI and dashboards</a:t>
            </a:r>
          </a:p>
          <a:p>
            <a:r>
              <a:rPr lang="en-US" dirty="0"/>
              <a:t>Marvi Hajdari</a:t>
            </a:r>
            <a:r>
              <a:rPr dirty="0"/>
              <a:t>— Database schema, migrations, seeding</a:t>
            </a:r>
          </a:p>
          <a:p>
            <a:r>
              <a:rPr lang="en-US" dirty="0"/>
              <a:t>Mirsab Tafaj</a:t>
            </a:r>
            <a:r>
              <a:rPr dirty="0"/>
              <a:t>— Ingestion pipeline and data normalization</a:t>
            </a:r>
          </a:p>
          <a:p>
            <a:r>
              <a:rPr lang="de-DE" dirty="0"/>
              <a:t>Edmir Kore</a:t>
            </a:r>
            <a:r>
              <a:rPr dirty="0"/>
              <a:t>— QA, testing, and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WebSocket real‑time updates</a:t>
            </a:r>
          </a:p>
          <a:p>
            <a:r>
              <a:t>ML‑based risk prediction</a:t>
            </a:r>
          </a:p>
          <a:p>
            <a:r>
              <a:t>Alert notifications (email/SMS)</a:t>
            </a:r>
          </a:p>
          <a:p>
            <a:r>
              <a:t>Historical export (CSV/Excel)</a:t>
            </a:r>
          </a:p>
          <a:p>
            <a:r>
              <a:t>Mobile app and multi‑tenant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/>
          <a:lstStyle/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r>
              <a:rPr lang="de-DE" dirty="0"/>
              <a:t>Thank You For Your Attention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Metadata/LabelInfo.xml><?xml version="1.0" encoding="utf-8"?>
<clbl:labelList xmlns:clbl="http://schemas.microsoft.com/office/2020/mipLabelMetadata">
  <clbl:label id="{2d1c7476-f302-47ca-97a0-972f32671471}" enabled="1" method="Standard" siteId="{72e15514-5be9-46a8-8b0b-af9b1b77b3b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0</TotalTime>
  <Words>453</Words>
  <Application>Microsoft Office PowerPoint</Application>
  <PresentationFormat>On-screen Show (4:3)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Google Sans</vt:lpstr>
      <vt:lpstr>Parcel</vt:lpstr>
      <vt:lpstr>Cloud Weather Fleet Dashboard</vt:lpstr>
      <vt:lpstr>Agenda</vt:lpstr>
      <vt:lpstr>Problem &amp; Goals</vt:lpstr>
      <vt:lpstr>Solution Overview</vt:lpstr>
      <vt:lpstr>Architecture &amp; Data Flow</vt:lpstr>
      <vt:lpstr>Key Features</vt:lpstr>
      <vt:lpstr>Data Model</vt:lpstr>
      <vt:lpstr>Analytics APIs</vt:lpstr>
      <vt:lpstr>Dashboards</vt:lpstr>
      <vt:lpstr>Tech Stack</vt:lpstr>
      <vt:lpstr>Team Contributions</vt:lpstr>
      <vt:lpstr>Future Enhancements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KALAJ, KEDI</cp:lastModifiedBy>
  <cp:revision>3</cp:revision>
  <dcterms:created xsi:type="dcterms:W3CDTF">2013-01-27T09:14:16Z</dcterms:created>
  <dcterms:modified xsi:type="dcterms:W3CDTF">2026-02-03T18:51:00Z</dcterms:modified>
  <cp:category/>
</cp:coreProperties>
</file>